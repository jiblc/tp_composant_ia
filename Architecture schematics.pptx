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514A0E-2E0F-FB7B-C80E-88135B95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DB0F47-D786-874A-1A01-B504BE0A4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8CDE02-190F-B87F-06FB-11DCB832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4033D8-6BAD-5B71-B6AF-8E3DB9E6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0E5C3B-9E01-30DA-AE11-FFF9FBD1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89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E16A01-AF08-F4D3-CFA7-8D6284A0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F19D4E-9DED-9327-A6F3-34723595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B28AD8-91D8-82EF-090E-D20F0456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B9021B-F5B4-2344-CA73-B9E668B7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669C2D-83D2-BC01-4169-1CD2BE02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00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5651A1-BA9D-D9FB-F3E5-D9E731BE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DE7626-F1A2-C8AF-3722-DADBBE9C8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3669EC-7BF5-3A7E-A18C-0DA4FD4A3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0326E7-43AE-C87C-7CDF-0F96B683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BD4A2B-1A72-981A-49C8-4EA2AC43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05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FD11F-93A0-160D-9DFB-AE1F25CB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8B8770-E5F9-58D2-84B7-0C9F88C6D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B55E99-AE32-03EB-B864-5F887196C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8C1811-1457-1931-7DC6-0A299FF9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B37369-94B0-F80A-1D87-2ECEB307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892CB3-93B2-99E4-172D-B80F17D7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02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2052B-C41A-3669-6B3B-27BC4355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669385-ED57-5289-7BBF-7E3D0F258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D2B720-0F34-2805-B3B3-05525C07B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102205-7F7B-1E3D-4F68-ED67A382C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AFF25D-6FDA-8D6B-CE78-2328437CC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C3ED43-ADA5-BF14-1867-2A2C5CC5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2BE86B4-2DEB-687D-02F5-FD792A56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BB9B3D8-5DBF-A136-1017-D7BB6AF5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99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5B91C1-39FF-68EA-9782-E76F09C8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ABC6CD-053B-649A-5841-11ACB529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6892CD-51AA-22AB-6605-5FC2CB14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3B91B8-938B-A0CC-D1BC-B4915A33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59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DEA488-CB91-F174-E5A6-CBA21CB1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89173B-9DCC-720A-B552-0F3DECBE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EF02F8-99B1-2179-1D9B-5FD922A4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52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9460AE-6A7A-35E3-F61B-178D25D5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675B5C-9344-B684-A9E1-BBEAE37DB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63BC34-24F7-A8CA-5362-6D5040D3A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08E573-23C8-B3E7-9DA3-657BF4B7C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5BA597-684D-1F1B-4F91-776C1FB0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AA7284-3ED5-4D4B-F64B-29C79DDA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70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69C56-A825-C76D-A0FC-A1341F7E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32C2FE-BD42-C119-B9AC-F8993808E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000208-3D8E-EBAD-69D3-5D002865A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79AA05-EECB-6D31-2E94-8B7D2655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9A0581-AFD1-51DD-F7BC-0ADFADCC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E87489-F156-C903-FCF7-1C09EF53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07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C7FC9-632D-2BFA-6CD5-F91C56DE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40A0CC-E10F-4561-C697-E7B1E7B89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96BA90-753D-33C0-A565-B699F233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EA600C-84F3-AEB6-53CD-0F1003DB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72137D-8FD7-1C96-2443-080C29D6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89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1A8694A-3668-0C13-AD8E-30D36D8C1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E51A07-65F0-85DA-43BA-00B342973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81DFC3-97D6-9966-0EC8-30D80E97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9D8EB6-B844-1EA8-5515-5E484250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63A164-4CE8-1F61-A540-84F259FF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38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62641E9-8757-D842-6025-A9EB4A68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B9923F-22C9-3317-01BF-248AE3581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EEF0B2-64F7-7874-0102-370948AA41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F0490-3CAE-4F74-8E5B-B5D7B141024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BB1D96-E8C7-DCB0-30EB-1B4D18C04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0D1A76-6223-C518-56EF-C4E12FF76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C9E23-9B1A-47E3-8CE9-8FBE54B8D5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33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E6DE53-327E-330E-031F-D12BC877C590}"/>
              </a:ext>
            </a:extLst>
          </p:cNvPr>
          <p:cNvSpPr/>
          <p:nvPr/>
        </p:nvSpPr>
        <p:spPr>
          <a:xfrm>
            <a:off x="4417554" y="2307479"/>
            <a:ext cx="4927941" cy="2491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3486BE-E13B-CFE8-7643-E984D5FFCB7B}"/>
              </a:ext>
            </a:extLst>
          </p:cNvPr>
          <p:cNvSpPr/>
          <p:nvPr/>
        </p:nvSpPr>
        <p:spPr>
          <a:xfrm>
            <a:off x="767113" y="1227383"/>
            <a:ext cx="1908581" cy="546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Original data 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125262-0FF7-B93F-ECAD-46FBE592CB0B}"/>
              </a:ext>
            </a:extLst>
          </p:cNvPr>
          <p:cNvSpPr/>
          <p:nvPr/>
        </p:nvSpPr>
        <p:spPr>
          <a:xfrm>
            <a:off x="545671" y="2609721"/>
            <a:ext cx="2516647" cy="1729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set </a:t>
            </a:r>
            <a:r>
              <a:rPr lang="fr-FR" dirty="0" err="1"/>
              <a:t>augmented</a:t>
            </a:r>
            <a:r>
              <a:rPr lang="fr-FR" dirty="0"/>
              <a:t> for</a:t>
            </a:r>
            <a:br>
              <a:rPr lang="fr-FR" dirty="0"/>
            </a:br>
            <a:r>
              <a:rPr lang="fr-FR" dirty="0"/>
              <a:t>- </a:t>
            </a:r>
            <a:r>
              <a:rPr lang="fr-FR" dirty="0" err="1"/>
              <a:t>brightness</a:t>
            </a:r>
            <a:endParaRPr lang="fr-FR" dirty="0"/>
          </a:p>
          <a:p>
            <a:pPr algn="ctr"/>
            <a:r>
              <a:rPr lang="fr-FR" dirty="0"/>
              <a:t>- rotation</a:t>
            </a:r>
            <a:br>
              <a:rPr lang="fr-FR" dirty="0"/>
            </a:br>
            <a:r>
              <a:rPr lang="fr-FR" dirty="0"/>
              <a:t>- </a:t>
            </a:r>
            <a:r>
              <a:rPr lang="fr-FR" dirty="0" err="1"/>
              <a:t>blur</a:t>
            </a:r>
            <a:endParaRPr lang="fr-FR" dirty="0"/>
          </a:p>
          <a:p>
            <a:pPr algn="ctr"/>
            <a:r>
              <a:rPr lang="fr-FR" dirty="0"/>
              <a:t>- translation</a:t>
            </a:r>
            <a:br>
              <a:rPr lang="fr-FR" dirty="0"/>
            </a:br>
            <a:endParaRPr lang="fr-FR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0C38895-A4D7-271F-C645-512D00410CA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721404" y="1773568"/>
            <a:ext cx="82591" cy="836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5DCA296-9715-1546-E5C0-3CE263C1E0B8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3062318" y="3474259"/>
            <a:ext cx="1355236" cy="79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2896E523-E2A7-B24C-E41D-41C07ACEE5AC}"/>
              </a:ext>
            </a:extLst>
          </p:cNvPr>
          <p:cNvSpPr txBox="1"/>
          <p:nvPr/>
        </p:nvSpPr>
        <p:spPr>
          <a:xfrm>
            <a:off x="6366536" y="3244334"/>
            <a:ext cx="113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C53C890-AA11-1AAB-4B99-9696F07223AC}"/>
              </a:ext>
            </a:extLst>
          </p:cNvPr>
          <p:cNvSpPr txBox="1"/>
          <p:nvPr/>
        </p:nvSpPr>
        <p:spPr>
          <a:xfrm>
            <a:off x="4351071" y="276161"/>
            <a:ext cx="433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27424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69C69-03B2-ABFB-19F3-37E7DFE3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A96104-E92E-9C41-B7BD-458B8BE04925}"/>
              </a:ext>
            </a:extLst>
          </p:cNvPr>
          <p:cNvSpPr/>
          <p:nvPr/>
        </p:nvSpPr>
        <p:spPr>
          <a:xfrm>
            <a:off x="4417554" y="2307479"/>
            <a:ext cx="4927941" cy="2491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7A866DB-71A8-31C1-4E54-7FE40850696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443063" y="2914777"/>
            <a:ext cx="974491" cy="638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CC6FF61A-9946-152E-8089-9E7EC11DEAC4}"/>
              </a:ext>
            </a:extLst>
          </p:cNvPr>
          <p:cNvSpPr txBox="1"/>
          <p:nvPr/>
        </p:nvSpPr>
        <p:spPr>
          <a:xfrm>
            <a:off x="6366536" y="3244334"/>
            <a:ext cx="113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4172FBA-4E1C-3B64-B837-B9415025D845}"/>
              </a:ext>
            </a:extLst>
          </p:cNvPr>
          <p:cNvSpPr txBox="1"/>
          <p:nvPr/>
        </p:nvSpPr>
        <p:spPr>
          <a:xfrm>
            <a:off x="4958625" y="613691"/>
            <a:ext cx="433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CF43F-C319-BD74-A166-95E9B552D28D}"/>
              </a:ext>
            </a:extLst>
          </p:cNvPr>
          <p:cNvSpPr/>
          <p:nvPr/>
        </p:nvSpPr>
        <p:spPr>
          <a:xfrm>
            <a:off x="926416" y="2050239"/>
            <a:ext cx="2516647" cy="1729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Evaluation sets</a:t>
            </a:r>
            <a:r>
              <a:rPr lang="en-US" dirty="0"/>
              <a:t>: Includes both synthetic and real OOD datasets with a balanced mix of normal and OOD samples</a:t>
            </a:r>
            <a:br>
              <a:rPr lang="fr-FR" dirty="0"/>
            </a:b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953828-4A12-E8DB-D9AA-CBCE7D119A6C}"/>
              </a:ext>
            </a:extLst>
          </p:cNvPr>
          <p:cNvSpPr/>
          <p:nvPr/>
        </p:nvSpPr>
        <p:spPr>
          <a:xfrm>
            <a:off x="245219" y="4207363"/>
            <a:ext cx="4001526" cy="1198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Real-world OOD Dataset is built through manual inspection of available images, including samples that are: Excessively blurry, Captured under extreme lighting conditions, or Contain visual obstructions that prevent clear weld visibility.</a:t>
            </a:r>
          </a:p>
          <a:p>
            <a:pPr algn="ctr"/>
            <a:endParaRPr lang="fr-FR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7BC180-51C7-2DA8-1707-CB4E2266C644}"/>
              </a:ext>
            </a:extLst>
          </p:cNvPr>
          <p:cNvSpPr/>
          <p:nvPr/>
        </p:nvSpPr>
        <p:spPr>
          <a:xfrm>
            <a:off x="245220" y="5549812"/>
            <a:ext cx="4001526" cy="10412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The Synthetic OOD Dataset created by applying strong perturbations, such as: Blur, Abnormal luminance, Severe color artifacts, Gaussian noise combined with dead pixels (Few images are provided in the Evaluation tab).</a:t>
            </a:r>
          </a:p>
          <a:p>
            <a:pPr algn="ctr"/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10783469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3419</TotalTime>
  <Words>117</Words>
  <Application>Microsoft Office PowerPoint</Application>
  <PresentationFormat>Grand écran</PresentationFormat>
  <Paragraphs>11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Jean-Baptiste Le Clezio (Student at CentraleSupelec)</dc:creator>
  <cp:lastModifiedBy>Jean-Baptiste Le Clezio (Student at CentraleSupelec)</cp:lastModifiedBy>
  <cp:revision>2</cp:revision>
  <dcterms:created xsi:type="dcterms:W3CDTF">2026-04-12T11:57:04Z</dcterms:created>
  <dcterms:modified xsi:type="dcterms:W3CDTF">2026-04-14T20:56:08Z</dcterms:modified>
</cp:coreProperties>
</file>